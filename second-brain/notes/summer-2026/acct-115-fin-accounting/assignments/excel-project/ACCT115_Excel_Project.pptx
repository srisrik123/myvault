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42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business_title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37490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115  •  EXCEL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Sunny Brew</a:t>
            </a:r>
            <a:endParaRPr lang="en-US" sz="5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Co.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• Catering • Community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5120640" cy="18288"/>
          </a:xfrm>
          <a:prstGeom prst="rect">
            <a:avLst/>
          </a:prstGeom>
          <a:solidFill>
            <a:srgbClr val="3C5C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Srinarayan Srikanth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Entries — Part 1 of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#1–#5  •  Sunny Brew Coffee Co. General Journal, July 2026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825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 Titles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Debit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$20,000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Common Stock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$20,000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Owners Alex Rivera and Sam Patel invested cash to start the business.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Prepaid Rent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$3,600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$3,600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Paid 6 months of rent in advance ($600/month).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Equipment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Accounts Payable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Purchased espresso/catering equipment on account.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7/5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Supplies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Purchased coffee and catering supplies for cash.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Deferred Revenue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Received cash in advance for a catering event to be held in August.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covered: Cash · Accounts Receivable · Accounts Payable · Prepaid Expense · Deferred Revenue · Revenue · Expense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Entries — Part 2 of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#6–#10  •  Sunny Brew Coffee Co. General Journal, July 2026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825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 Titles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Debit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Credit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Accounts Receivable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$4,500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Service Revenue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$4,500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Performed catering services on account for a corporate client.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Accounts Payable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Paid the amount owed on the equipment purchased 7/2.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7/15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$3,000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Service Revenue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$3,000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Performed catering services for cash.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$2,500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Accounts Receivable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$2,500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Collected part of the amount owed by the 7/10 customer.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7/20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Wages Expense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$1,800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      Cash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454A6"/>
                          </a:solidFill>
                        </a:rPr>
                        <a:t>$1,800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555555"/>
                          </a:solidFill>
                        </a:rPr>
                        <a:t>  Paid wages to part-time baristas and staff.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entries balance: total debits = total credits = $47,900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Adjusting Journal Entries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at month-end — July 31,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47120" cy="1170432"/>
          </a:xfrm>
          <a:prstGeom prst="roundRect">
            <a:avLst>
              <a:gd name="adj" fmla="val 6250"/>
            </a:avLst>
          </a:prstGeom>
          <a:solidFill>
            <a:srgbClr val="EEF2F9"/>
          </a:solidFill>
          <a:ln/>
          <a:effectLst>
            <a:outerShdw blurRad="50800" dist="25400" dir="5400000" algn="bl" rotWithShape="0">
              <a:srgbClr val="9AA7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73352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97480" y="1673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Deferred Revenue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Cr  Service Revenue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07568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Recognized revenue earned on the catering deposit received 7/6 (event partially serviced by month-end).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11247120" cy="1170432"/>
          </a:xfrm>
          <a:prstGeom prst="roundRect">
            <a:avLst>
              <a:gd name="adj" fmla="val 6250"/>
            </a:avLst>
          </a:prstGeom>
          <a:solidFill>
            <a:srgbClr val="EEF2F9"/>
          </a:solidFill>
          <a:ln/>
          <a:effectLst>
            <a:outerShdw blurRad="50800" dist="25400" dir="5400000" algn="bl" rotWithShape="0">
              <a:srgbClr val="9AA7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300837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00837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EXPENSE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30083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9809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Rent Expense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Cr  Prepaid Rent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4107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Recognized 1 of 6 months of prepaid rent used ($3,600 ÷ 6).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11247120" cy="1170432"/>
          </a:xfrm>
          <a:prstGeom prst="roundRect">
            <a:avLst>
              <a:gd name="adj" fmla="val 6250"/>
            </a:avLst>
          </a:prstGeom>
          <a:solidFill>
            <a:srgbClr val="EEF2F9"/>
          </a:solidFill>
          <a:ln/>
          <a:effectLst>
            <a:outerShdw blurRad="50800" dist="25400" dir="5400000" algn="bl" rotWithShape="0">
              <a:srgbClr val="9AA7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43434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REVENUE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7480" y="43434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Accounts Receivable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Cr  Service Revenue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47457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Recorded catering services performed in late July, not yet billed or collected.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5513832"/>
            <a:ext cx="11247120" cy="1170432"/>
          </a:xfrm>
          <a:prstGeom prst="roundRect">
            <a:avLst>
              <a:gd name="adj" fmla="val 6250"/>
            </a:avLst>
          </a:prstGeom>
          <a:solidFill>
            <a:srgbClr val="EEF2F9"/>
          </a:solidFill>
          <a:ln/>
          <a:effectLst>
            <a:outerShdw blurRad="50800" dist="25400" dir="5400000" algn="bl" rotWithShape="0">
              <a:srgbClr val="9AA7C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5678424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56784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EXPENSE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97480" y="56784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5650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Utilities Expense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Cr  Utilities Payable  </a:t>
            </a:r>
            <a:r>
              <a:rPr lang="en-US" sz="1250" b="1" dirty="0">
                <a:solidFill>
                  <a:srgbClr val="145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6080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Recorded July utilities used; bill not yet received or paid.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Statements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Brew Coffee Co. — For the Month Ended July 31,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57400"/>
          <a:ext cx="4846320" cy="25374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Service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Rent Expense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Wages Expense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Utilities Expense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Total Expenses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463040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EEF2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POST-CLOSING TRIAL BALANCE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57400"/>
          <a:ext cx="512064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 Payable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Stock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45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547</Words>
  <Application>Microsoft Macintosh PowerPoint</Application>
  <PresentationFormat>Widescreen</PresentationFormat>
  <Paragraphs>151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Srikanth,Srinarayan</cp:lastModifiedBy>
  <cp:revision>2</cp:revision>
  <dcterms:created xsi:type="dcterms:W3CDTF">2026-07-28T18:17:37Z</dcterms:created>
  <dcterms:modified xsi:type="dcterms:W3CDTF">2026-07-29T00:48:36Z</dcterms:modified>
</cp:coreProperties>
</file>