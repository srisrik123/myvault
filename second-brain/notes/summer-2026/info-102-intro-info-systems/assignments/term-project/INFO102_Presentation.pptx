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E33"/>
                </a:solidFill>
                <a:latin typeface="Calibri"/>
              </a:rPr>
              <a:t>The Access-to-Use Gap Among Clinicians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Clinicians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E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Have access to
external records</c:v>
                  </c:pt>
                  <c:pt idx="1">
                    <c:v>Actually use
external records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2E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7F6"/>
        </a:solidFill>
        <a:ln>
          <a:noFill/>
        </a:ln>
        <a:effectLst/>
      </c:spPr>
    </c:plotArea>
    <c:plotVisOnly val="1"/>
    <c:dispBlanksAs val="span"/>
  </c:chart>
  <c:spPr>
    <a:solidFill>
      <a:srgbClr val="F2F7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E33"/>
                </a:solidFill>
                <a:latin typeface="Calibri"/>
              </a:rPr>
              <a:t>TEFCA Records Exchanged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exchanged via TEFCA (millions)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&quot; 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E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Early 2025</c:v>
                  </c:pt>
                  <c:pt idx="1">
                    <c:v>Early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1000</c:v>
                </c:pt>
              </c:numCache>
            </c:numRef>
          </c:val>
        </c:ser>
        <c:dLbls>
          <c:numFmt formatCode="#,##0&quot; 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2E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7F6"/>
        </a:solidFill>
        <a:ln>
          <a:noFill/>
        </a:ln>
        <a:effectLst/>
      </c:spPr>
    </c:plotArea>
    <c:plotVisOnly val="1"/>
    <c:dispBlanksAs val="span"/>
  </c:chart>
  <c:spPr>
    <a:solidFill>
      <a:srgbClr val="F2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005840"/>
            <a:ext cx="1188720" cy="82296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326880" y="1828800"/>
            <a:ext cx="1554480" cy="54864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2377440"/>
            <a:ext cx="1920240" cy="91440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875520" y="3291840"/>
            <a:ext cx="1371600" cy="64008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3931920"/>
            <a:ext cx="1097280" cy="91440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509760" y="4846320"/>
            <a:ext cx="1463040" cy="54864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9064" y="174650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9244584" y="229514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4824" y="320954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384962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90504" y="476402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9427464" y="5312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INFO-102 • POLICY BRIEF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187452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Barriers to Health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Data Exchange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 data still doesn't follow the patient — and what policymakers can do about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Srinarayan Srikanth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INFO-102: Introduction to Information Systems — Drexel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can exchange data. Most don't, in practice.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hospitals now let patients view their own records, and 70% report full technical capability to send, receive, find, and integrate outside data. But capability hasn't become routine practice.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834640"/>
          <a:ext cx="6309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5087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3A3D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60920" y="161848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pt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732520" y="160020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hospital exchange capability and routine use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78040" y="31089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3A3D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60920" y="321868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732520" y="320040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hospitals send records to post-acute care providers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78040" y="47091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3A3D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60920" y="481888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732520" y="480060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hospitals send records to behavioral health providers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PERSISTS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competing explanations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don't speak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language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6850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387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cite vendor platform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as the top barrier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50799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3616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cite difficulty matching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across systems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3309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1846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lack contact info for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exchange partners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1920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/ ECONOMIC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data can work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a system's interest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720840" y="36850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35387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health systems compete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 volume, platform lock-in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450799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43616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named this “information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blocking” in the 2016 Cures 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533095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51846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barriers are business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practices, not accidents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HISTORY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incentives to active enforcement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840480"/>
            <a:ext cx="9418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HITECH Act pays for EHR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— not connection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2386584" y="4160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86584" y="4526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21st Century Cures Act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“information blocking”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56632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270248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0248" y="31546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 &amp; CMS finalize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0296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4160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53912" y="4526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for developers /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take effect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037576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37576" y="31546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disincentives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providers begin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707624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4160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21240" y="4526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 issues first EHR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nonconformity letters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MOMENTUM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 is scaling fast — unevenly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2F7F6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847088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 vs 38%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66760" y="1828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hospitals routinely exchange in all 4 domains — small hospitals lag 15 points behind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32461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2F7F6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3355848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625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6676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connected to TEFCA by December 2024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47548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2F7F6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864608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$1,187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66760" y="48463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average ED charges per visit when HIE data is used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paths forward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Enforce the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Information-Blocking Rule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</a:t>
            </a:r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law needed; targets bad-actor vendors directly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Reactive; doesn't fix patient matching itself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F2F7F6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37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National Unique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Identifier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</a:t>
            </a:r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complete fix for record-matching failures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4480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Congress since 1999; privacy backlash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E4F6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4592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Standardize Matching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(MATCH IT Act)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971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</a:t>
            </a:r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Bipartisan; fixes root cause without a national 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480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Incremental; new burden on small providers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+ standardize matching — not a national ID, yet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454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enforcing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ONC's 2026 enforcement of information blocking against vendors and systems withholding data for competitive reasons.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4548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matching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52044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bipartisan MATCH IT Act: require uniform demographic data fields in certified EHRs to fix the #1 cited technical barrier.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454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gap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52044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technical assistance for small, rural, and behavioral-health providers — the 38% still without full interoperability.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Alston &amp; Bird. (2026). Information blocking enforcement enters a new phase. alston.com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Centers for Medicare &amp; Medicaid Services. (n.d.). A brief history of federal interoperability efforts. cms.gov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8833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CodesHealth. (2026). 24 health information exchange (HIE) statistics. getcodeshealth.com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Electronic Code of Federal Regulations. (n.d.). 45 CFR Part 171 — Information blocking. ecfr.gov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8221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GovInfoSecurity. (2025). Lawmakers take another stab to improve patient ID matching. govinfosecurity.com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HIPAA Journal. (2025). Bipartisan senators reintroduce MATCH IT Act. hipaajournal.com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95604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U.S. Department of Health and Human Services. (2026). HHS expands secure access to health records through TEFCA. hhs.gov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52297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Office of the National Coordinator for Health IT. (2023). HIE organization capabilities. healthit.gov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patient data the same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the patient takes.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Srinarayan Srikanth  •  INFO-102 Term Project  •  Barriers to Health Information Data Exchange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2026-08-13T01:22:18Z</dcterms:created>
  <dcterms:modified xsi:type="dcterms:W3CDTF">2026-08-13T01:22:18Z</dcterms:modified>
</cp:coreProperties>
</file>